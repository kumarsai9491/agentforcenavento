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62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2980B-D6E5-48F3-ABDB-501C456C751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9122A-8246-4F74-A225-D05628E8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3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1050-BA98-405D-9B93-44BD50F52C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70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903B-2057-58BD-6FD6-5169909FC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BDED2-57AB-2D8D-223B-43216A134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AD738-CF0D-6BFE-B1B7-1AC177F5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078AA-87C4-41C2-2843-0C1B13CC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0B261-374D-9169-3757-1E4EB76A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5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E3EC-BEE7-620F-4DAA-31DC3776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9425-9892-E986-8233-9F2F9E24D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1A7F1-9154-050F-E499-A017714C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89B9D-E9DC-FC86-4E77-7DBBAA7D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7E298-3971-42A8-4526-CBBD9C79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0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FE14-444A-0F24-11A6-01E6E4A83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35E34-158A-6C4C-C31D-9EA5486B3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C4A83-92BC-D66A-B3C7-628DCDA6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880F3-0572-3970-A5B6-90FD8522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EBF4A-10D9-23C4-B5DC-7C2A4612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36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1110-4256-6BAB-9AB0-7D59C8F8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5D383-E98E-F623-E253-841EB395A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B2D3E-622F-7558-11CE-DF55917D9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F3602-3C63-B2D5-4238-868105A2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447AE-0C68-9AA7-5F1E-253F934A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29053-4FE3-52B6-E27C-91315356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6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FA6D-EF3F-BA68-FD30-954F592F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A76E5-C274-B807-9B94-1623EC39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F2283-0915-DB52-6E57-B16303901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992B91-B150-192D-843F-75F1FC1B6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2ABF6-0F8F-DCF4-AA82-3F5B6B2A2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9F2CB-9713-1E65-7516-2E47ACB9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67D55-F3A1-DA7E-2E28-2AE9670D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8F6DF-3903-3266-F8B3-4161500D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1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8FC11-8983-BCAC-89F7-9976D1AD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CEA4C-A21E-199F-D90B-505FCE92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8A5C7-69EB-9B7C-96CB-8F8B838E0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161B7-5C78-6A99-D302-16304DA3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2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167FC-3471-8097-2044-CC62778E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1EA88-AE1F-E736-77D7-9286C3AE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2273C-DA23-6BE2-A974-3FBCD120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C27C-FBA7-F51C-39F9-59923534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E25A-3B88-853A-4BCF-95BF8515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D093B-BE6D-A78D-999C-73902B3BA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620B7-3B27-869A-C609-083745A3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5AEB9-A40F-6782-06D1-2784E705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A1CDD-C35B-A6D0-CBFE-58BC6BBB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9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DAE1-5293-B49D-15C2-85167681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DEBCBC-65CF-70F9-385B-85AC5A95D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81FD-3551-A3E0-E5A6-96BBD0015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DD8ED-5C29-8C6C-FFEE-1E9F64EE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3343B-5C67-D2E8-D143-D4C2ED45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0908F-679B-5904-5D51-F2DBBCF4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CFB2-45B7-7D06-4E76-B1900778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8B9A7-CA43-71D6-0027-E2FAFA83F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D1993-E094-9939-2D67-6F499CD1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231F2-0B29-E1AE-37CE-91C506A4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D7AC5-6F44-707C-D70F-BD260CCD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9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765AA-EE5F-1AA5-65D5-8899BE4AF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E2951-8E06-FC1C-CD97-340A3059C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CCDFC-0787-1CE2-5D8C-CCB30A93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E2556-A665-7FC3-D2D1-F43E82875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25BD-0D89-8E70-D231-E3ADE4D0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5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11299-AE91-0E97-6715-151A6E16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3F584-F0FE-6B23-E2C5-8F43F4DF2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DFDA8-541F-70C9-FDA4-E3A2000B9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85C06-12A2-4F30-801A-1A5996CE9F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DE2-CE74-FE05-A585-89461A894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9F4EC-7D43-09BF-8BB0-F6B15F93C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BE381-A6A0-4FC1-BD9F-9EDA639A0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3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AI Agents in Autonomous Vehicles: Enhancing Safety &amp; Efficiency">
            <a:extLst>
              <a:ext uri="{FF2B5EF4-FFF2-40B4-BE49-F238E27FC236}">
                <a16:creationId xmlns:a16="http://schemas.microsoft.com/office/drawing/2014/main" id="{AE2F290F-1E03-B540-CE29-7F3993FAF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896" y="204597"/>
            <a:ext cx="5765038" cy="4323779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A9F2F9-B14A-7E64-BCBA-3113AA9B23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76" t="880" r="23168" b="11359"/>
          <a:stretch/>
        </p:blipFill>
        <p:spPr>
          <a:xfrm>
            <a:off x="637953" y="1904830"/>
            <a:ext cx="6435604" cy="4953170"/>
          </a:xfrm>
          <a:prstGeom prst="rect">
            <a:avLst/>
          </a:prstGeom>
          <a:effectLst>
            <a:softEdge rad="190500"/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526E2BF5-365A-C4B9-814E-DCC6CAD8A179}"/>
              </a:ext>
            </a:extLst>
          </p:cNvPr>
          <p:cNvSpPr/>
          <p:nvPr/>
        </p:nvSpPr>
        <p:spPr>
          <a:xfrm>
            <a:off x="4378259" y="1113863"/>
            <a:ext cx="2069637" cy="1041991"/>
          </a:xfrm>
          <a:prstGeom prst="cloudCallout">
            <a:avLst>
              <a:gd name="adj1" fmla="val -31108"/>
              <a:gd name="adj2" fmla="val 118622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br>
              <a:rPr lang="en-IN" i="1" dirty="0"/>
            </a:br>
            <a:r>
              <a:rPr lang="en-IN" i="1" dirty="0"/>
              <a:t>Hi Buddy, I’m </a:t>
            </a:r>
            <a:r>
              <a:rPr lang="en-IN" b="1" i="1" dirty="0"/>
              <a:t>Vento</a:t>
            </a:r>
            <a:endParaRPr lang="en-US" b="1" i="1" dirty="0"/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0B7E4F-DE54-5A3E-1C04-17D8F46BD158}"/>
              </a:ext>
            </a:extLst>
          </p:cNvPr>
          <p:cNvSpPr/>
          <p:nvPr/>
        </p:nvSpPr>
        <p:spPr>
          <a:xfrm>
            <a:off x="4492340" y="0"/>
            <a:ext cx="26969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i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Navento</a:t>
            </a:r>
            <a:endParaRPr lang="en-US" sz="54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ADE94-029A-F620-24AA-C163D6FE5990}"/>
              </a:ext>
            </a:extLst>
          </p:cNvPr>
          <p:cNvSpPr txBox="1"/>
          <p:nvPr/>
        </p:nvSpPr>
        <p:spPr>
          <a:xfrm>
            <a:off x="9346220" y="4159044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Team Details:</a:t>
            </a:r>
            <a:endParaRPr lang="en-US" b="1" i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43E097-F5AD-04AE-14EA-21E48F33855B}"/>
              </a:ext>
            </a:extLst>
          </p:cNvPr>
          <p:cNvGrpSpPr/>
          <p:nvPr/>
        </p:nvGrpSpPr>
        <p:grpSpPr>
          <a:xfrm>
            <a:off x="8535018" y="4831881"/>
            <a:ext cx="974009" cy="1319023"/>
            <a:chOff x="8465246" y="2187752"/>
            <a:chExt cx="1445934" cy="1786724"/>
          </a:xfrm>
        </p:grpSpPr>
        <p:pic>
          <p:nvPicPr>
            <p:cNvPr id="11" name="Picture 10" descr="A person with glasses smiling&#10;&#10;AI-generated content may be incorrect.">
              <a:extLst>
                <a:ext uri="{FF2B5EF4-FFF2-40B4-BE49-F238E27FC236}">
                  <a16:creationId xmlns:a16="http://schemas.microsoft.com/office/drawing/2014/main" id="{8AA953C4-2991-2EF3-8DE2-EC64E9DDF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5246" y="2187752"/>
              <a:ext cx="1129956" cy="141150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75A0F0-A0FB-B092-9EA9-2025EC3EE024}"/>
                </a:ext>
              </a:extLst>
            </p:cNvPr>
            <p:cNvSpPr txBox="1"/>
            <p:nvPr/>
          </p:nvSpPr>
          <p:spPr>
            <a:xfrm>
              <a:off x="8528947" y="3599258"/>
              <a:ext cx="1382233" cy="375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i="1" dirty="0"/>
                <a:t>Gowtham</a:t>
              </a:r>
              <a:endParaRPr lang="en-US" sz="1200" b="1" i="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0070E83-BD5C-DC19-BBB3-CA6F43E2EA83}"/>
              </a:ext>
            </a:extLst>
          </p:cNvPr>
          <p:cNvGrpSpPr/>
          <p:nvPr/>
        </p:nvGrpSpPr>
        <p:grpSpPr>
          <a:xfrm>
            <a:off x="11020349" y="4831881"/>
            <a:ext cx="1067396" cy="1387782"/>
            <a:chOff x="10443784" y="2187753"/>
            <a:chExt cx="1432783" cy="1982032"/>
          </a:xfrm>
        </p:grpSpPr>
        <p:pic>
          <p:nvPicPr>
            <p:cNvPr id="15" name="Picture 14" descr="A person in a blue shirt&#10;&#10;AI-generated content may be incorrect.">
              <a:extLst>
                <a:ext uri="{FF2B5EF4-FFF2-40B4-BE49-F238E27FC236}">
                  <a16:creationId xmlns:a16="http://schemas.microsoft.com/office/drawing/2014/main" id="{C6BEE2ED-1FDD-5CE4-8029-E4F67E817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43784" y="2187753"/>
              <a:ext cx="1197649" cy="141150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C30434-CEBA-E21B-1FDA-9C0BD8A7F6B8}"/>
                </a:ext>
              </a:extLst>
            </p:cNvPr>
            <p:cNvSpPr txBox="1"/>
            <p:nvPr/>
          </p:nvSpPr>
          <p:spPr>
            <a:xfrm>
              <a:off x="10494334" y="3686262"/>
              <a:ext cx="1382233" cy="48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i="1" dirty="0"/>
                <a:t>Kumar</a:t>
              </a:r>
              <a:r>
                <a:rPr lang="en-IN" sz="1600" b="1" i="1" dirty="0"/>
                <a:t> </a:t>
              </a:r>
              <a:r>
                <a:rPr lang="en-IN" sz="1200" b="1" i="1" dirty="0"/>
                <a:t>sai</a:t>
              </a:r>
              <a:endParaRPr lang="en-US" sz="1200" b="1" i="1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FD0844-6FFC-F2B6-BBC6-FD16DD3162D4}"/>
              </a:ext>
            </a:extLst>
          </p:cNvPr>
          <p:cNvGrpSpPr/>
          <p:nvPr/>
        </p:nvGrpSpPr>
        <p:grpSpPr>
          <a:xfrm>
            <a:off x="9767706" y="4831882"/>
            <a:ext cx="1077453" cy="1387782"/>
            <a:chOff x="9564940" y="4241171"/>
            <a:chExt cx="1654043" cy="2173585"/>
          </a:xfrm>
        </p:grpSpPr>
        <p:pic>
          <p:nvPicPr>
            <p:cNvPr id="16" name="Picture 15" descr="A person smiling for a picture&#10;&#10;AI-generated content may be incorrect.">
              <a:extLst>
                <a:ext uri="{FF2B5EF4-FFF2-40B4-BE49-F238E27FC236}">
                  <a16:creationId xmlns:a16="http://schemas.microsoft.com/office/drawing/2014/main" id="{02B74F48-755F-A948-AAB4-862FFB728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4940" y="4241171"/>
              <a:ext cx="1296565" cy="162070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29BEB0-9701-FE36-9BB4-A459EAA64BBA}"/>
                </a:ext>
              </a:extLst>
            </p:cNvPr>
            <p:cNvSpPr txBox="1"/>
            <p:nvPr/>
          </p:nvSpPr>
          <p:spPr>
            <a:xfrm>
              <a:off x="9836751" y="5995959"/>
              <a:ext cx="1382232" cy="41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i="1" dirty="0" err="1"/>
                <a:t>Vinitha</a:t>
              </a:r>
              <a:endParaRPr lang="en-US" sz="12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642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1DAB-989E-7383-FA3D-10BA8A6FE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with text and numbers&#10;&#10;AI-generated content may be incorrect.">
            <a:extLst>
              <a:ext uri="{FF2B5EF4-FFF2-40B4-BE49-F238E27FC236}">
                <a16:creationId xmlns:a16="http://schemas.microsoft.com/office/drawing/2014/main" id="{70C6471B-AE5F-E345-57C7-7E251E2A5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90" b="37074"/>
          <a:stretch/>
        </p:blipFill>
        <p:spPr>
          <a:xfrm>
            <a:off x="1791288" y="579486"/>
            <a:ext cx="8789626" cy="569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6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D33B15-8E66-7D3B-F64A-EB001E59D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43" y="495980"/>
            <a:ext cx="10536161" cy="592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4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</Words>
  <Application>Microsoft Office PowerPoint</Application>
  <PresentationFormat>Widescreen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Sky Italia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SAI Kodati - CIEC</dc:creator>
  <cp:lastModifiedBy>KUMAR SAI Kodati - CIEC</cp:lastModifiedBy>
  <cp:revision>2</cp:revision>
  <dcterms:created xsi:type="dcterms:W3CDTF">2025-04-30T13:03:26Z</dcterms:created>
  <dcterms:modified xsi:type="dcterms:W3CDTF">2025-04-30T13:09:13Z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ca4c2-e50b-486e-8f26-05163b174112_Enabled">
    <vt:lpwstr>true</vt:lpwstr>
  </property>
  <property fmtid="{D5CDD505-2E9C-101B-9397-08002B2CF9AE}" pid="3" name="MSIP_Label_99bca4c2-e50b-486e-8f26-05163b174112_SetDate">
    <vt:lpwstr>2025-04-30T13:05:20Z</vt:lpwstr>
  </property>
  <property fmtid="{D5CDD505-2E9C-101B-9397-08002B2CF9AE}" pid="4" name="MSIP_Label_99bca4c2-e50b-486e-8f26-05163b174112_Method">
    <vt:lpwstr>Privileged</vt:lpwstr>
  </property>
  <property fmtid="{D5CDD505-2E9C-101B-9397-08002B2CF9AE}" pid="5" name="MSIP_Label_99bca4c2-e50b-486e-8f26-05163b174112_Name">
    <vt:lpwstr>General - Prod</vt:lpwstr>
  </property>
  <property fmtid="{D5CDD505-2E9C-101B-9397-08002B2CF9AE}" pid="6" name="MSIP_Label_99bca4c2-e50b-486e-8f26-05163b174112_SiteId">
    <vt:lpwstr>68b865d5-cf18-4b2b-82a4-a4eddb9c5237</vt:lpwstr>
  </property>
  <property fmtid="{D5CDD505-2E9C-101B-9397-08002B2CF9AE}" pid="7" name="MSIP_Label_99bca4c2-e50b-486e-8f26-05163b174112_ActionId">
    <vt:lpwstr>9d9a1740-ead9-41f3-a160-343942920bf9</vt:lpwstr>
  </property>
  <property fmtid="{D5CDD505-2E9C-101B-9397-08002B2CF9AE}" pid="8" name="MSIP_Label_99bca4c2-e50b-486e-8f26-05163b174112_ContentBits">
    <vt:lpwstr>0</vt:lpwstr>
  </property>
  <property fmtid="{D5CDD505-2E9C-101B-9397-08002B2CF9AE}" pid="9" name="MSIP_Label_99bca4c2-e50b-486e-8f26-05163b174112_Tag">
    <vt:lpwstr>10, 0, 1, 1</vt:lpwstr>
  </property>
</Properties>
</file>